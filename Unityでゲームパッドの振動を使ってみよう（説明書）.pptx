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8115"/>
    <p:restoredTop sz="96275"/>
  </p:normalViewPr>
  <p:slideViewPr>
    <p:cSldViewPr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7216" cy="73737216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presProps" Target="presProps.xml"  /><Relationship Id="rId2" Type="http://schemas.openxmlformats.org/officeDocument/2006/relationships/slide" Target="slides/slide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クリックしてマスター サブタイトルのスタイルを編集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クリックしてマスター テキストのスタイルを編集</a:t>
            </a:r>
          </a:p>
          <a:p>
            <a:pPr lvl="1"/>
            <a:r>
              <a:rPr lang="ja-JP" altLang="en-US" smtClean="0"/>
              <a:t>第 2 レベル</a:t>
            </a:r>
          </a:p>
          <a:p>
            <a:pPr lvl="2"/>
            <a:r>
              <a:rPr lang="ja-JP" altLang="en-US" smtClean="0"/>
              <a:t>第 3 レベル</a:t>
            </a:r>
          </a:p>
          <a:p>
            <a:pPr lvl="3"/>
            <a:r>
              <a:rPr lang="ja-JP" altLang="en-US" smtClean="0"/>
              <a:t>第 4 レベル</a:t>
            </a:r>
          </a:p>
          <a:p>
            <a:pPr lvl="4"/>
            <a:r>
              <a:rPr lang="ja-JP" altLang="en-US" smtClean="0"/>
              <a:t>第 5 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ブラン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クリックしてマスター テキストのスタイルを編集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ja-JP" altLang="en-US" smtClean="0"/>
              <a:t>クリックしてマスター テキストのスタイルを編集</a:t>
            </a:r>
          </a:p>
          <a:p>
            <a:pPr lvl="1"/>
            <a:r>
              <a:rPr lang="ja-JP" altLang="en-US" smtClean="0"/>
              <a:t>第 2 レベル</a:t>
            </a:r>
          </a:p>
          <a:p>
            <a:pPr lvl="2"/>
            <a:r>
              <a:rPr lang="ja-JP" altLang="en-US" smtClean="0"/>
              <a:t>第 3 レベル</a:t>
            </a:r>
          </a:p>
          <a:p>
            <a:pPr lvl="3"/>
            <a:r>
              <a:rPr lang="ja-JP" altLang="en-US" smtClean="0"/>
              <a:t>第 4 レベル</a:t>
            </a:r>
          </a:p>
          <a:p>
            <a:pPr lvl="4"/>
            <a:r>
              <a:rPr lang="ja-JP" altLang="en-US" smtClean="0"/>
              <a:t>第 5 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ja-JP" altLang="en-US" smtClean="0"/>
              <a:t>クリックしてマスター テキストのスタイルを編集</a:t>
            </a:r>
          </a:p>
          <a:p>
            <a:pPr lvl="1"/>
            <a:r>
              <a:rPr lang="ja-JP" altLang="en-US" smtClean="0"/>
              <a:t>第 2 レベル</a:t>
            </a:r>
          </a:p>
          <a:p>
            <a:pPr lvl="2"/>
            <a:r>
              <a:rPr lang="ja-JP" altLang="en-US" smtClean="0"/>
              <a:t>第 3 レベル</a:t>
            </a:r>
          </a:p>
          <a:p>
            <a:pPr lvl="3"/>
            <a:r>
              <a:rPr lang="ja-JP" altLang="en-US" smtClean="0"/>
              <a:t>第 4 レベル</a:t>
            </a:r>
          </a:p>
          <a:p>
            <a:pPr lvl="4"/>
            <a:r>
              <a:rPr lang="ja-JP" altLang="en-US" smtClean="0"/>
              <a:t>第 5 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3" name="表プレースホルダー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ja-JP" altLang="en-US" smtClean="0"/>
              <a:t>表を追加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4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クリックしてマスター テキストのスタイルを編集</a:t>
            </a:r>
          </a:p>
          <a:p>
            <a:pPr lvl="1"/>
            <a:r>
              <a:rPr lang="ja-JP" altLang="en-US" smtClean="0"/>
              <a:t>第 2 レベル</a:t>
            </a:r>
          </a:p>
          <a:p>
            <a:pPr lvl="2"/>
            <a:r>
              <a:rPr lang="ja-JP" altLang="en-US" smtClean="0"/>
              <a:t>第 3 レベル</a:t>
            </a:r>
          </a:p>
          <a:p>
            <a:pPr lvl="3"/>
            <a:r>
              <a:rPr lang="ja-JP" altLang="en-US" smtClean="0"/>
              <a:t>第 4 レベル</a:t>
            </a:r>
          </a:p>
          <a:p>
            <a:pPr lvl="4"/>
            <a:r>
              <a:rPr lang="ja-JP" altLang="en-US" smtClean="0"/>
              <a:t>第 5 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クリックしてマスター テキストのスタイルを編集</a:t>
            </a:r>
          </a:p>
          <a:p>
            <a:pPr lvl="1"/>
            <a:r>
              <a:rPr lang="ja-JP" altLang="en-US" smtClean="0"/>
              <a:t>第 2 レベル</a:t>
            </a:r>
          </a:p>
          <a:p>
            <a:pPr lvl="2"/>
            <a:r>
              <a:rPr lang="ja-JP" altLang="en-US" smtClean="0"/>
              <a:t>第 3 レベル</a:t>
            </a:r>
          </a:p>
          <a:p>
            <a:pPr lvl="3"/>
            <a:r>
              <a:rPr lang="ja-JP" altLang="en-US" smtClean="0"/>
              <a:t>第 4 レベル</a:t>
            </a:r>
          </a:p>
          <a:p>
            <a:pPr lvl="4"/>
            <a:r>
              <a:rPr lang="ja-JP" altLang="en-US" smtClean="0"/>
              <a:t>第 5 レベル</a:t>
            </a:r>
            <a:endParaRPr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クリックしてマスター テキストのスタイルを編集</a:t>
            </a:r>
          </a:p>
          <a:p>
            <a:pPr lvl="1"/>
            <a:r>
              <a:rPr lang="ja-JP" altLang="en-US" smtClean="0"/>
              <a:t>第 2 レベル</a:t>
            </a:r>
          </a:p>
          <a:p>
            <a:pPr lvl="2"/>
            <a:r>
              <a:rPr lang="ja-JP" altLang="en-US" smtClean="0"/>
              <a:t>第 3 レベル</a:t>
            </a:r>
          </a:p>
          <a:p>
            <a:pPr lvl="3"/>
            <a:r>
              <a:rPr lang="ja-JP" altLang="en-US" smtClean="0"/>
              <a:t>第 4 レベル</a:t>
            </a:r>
          </a:p>
          <a:p>
            <a:pPr lvl="4"/>
            <a:r>
              <a:rPr lang="ja-JP" altLang="en-US" smtClean="0"/>
              <a:t>第 5 レベル</a:t>
            </a:r>
            <a:endParaRPr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クリックしてマスター テキストのスタイルを編集</a:t>
            </a:r>
          </a:p>
          <a:p>
            <a:pPr lvl="1"/>
            <a:r>
              <a:rPr lang="ja-JP" altLang="en-US" smtClean="0"/>
              <a:t>第 2 レベル</a:t>
            </a:r>
          </a:p>
          <a:p>
            <a:pPr lvl="2"/>
            <a:r>
              <a:rPr lang="ja-JP" altLang="en-US" smtClean="0"/>
              <a:t>第 3 レベル</a:t>
            </a:r>
          </a:p>
          <a:p>
            <a:pPr lvl="3"/>
            <a:r>
              <a:rPr lang="ja-JP" altLang="en-US" smtClean="0"/>
              <a:t>第 4 レベル</a:t>
            </a:r>
          </a:p>
          <a:p>
            <a:pPr lvl="4"/>
            <a:r>
              <a:rPr lang="ja-JP" altLang="en-US" smtClean="0"/>
              <a:t>第 5 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ja-JP" altLang="en-US" smtClean="0"/>
              <a:t>クリックしてマスター テキストのスタイルを編集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挿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ja-JP" altLang="en-US" smtClean="0"/>
              <a:t>序文</a:t>
            </a:r>
            <a:endParaRPr lang="ja-JP" altLang="en-US"/>
          </a:p>
          <a:p>
            <a:pPr lvl="0"/>
            <a:r>
              <a:rPr lang="ja-JP" altLang="en-US" smtClean="0"/>
              <a:t>本文 1</a:t>
            </a:r>
            <a:endParaRPr lang="ja-JP" altLang="en-US"/>
          </a:p>
          <a:p>
            <a:pPr lvl="0"/>
            <a:r>
              <a:rPr lang="ja-JP" altLang="en-US" smtClean="0"/>
              <a:t>本文 2</a:t>
            </a:r>
            <a:endParaRPr lang="ja-JP" altLang="en-US"/>
          </a:p>
          <a:p>
            <a:pPr lvl="0"/>
            <a:r>
              <a:rPr lang="ja-JP" altLang="en-US" smtClean="0"/>
              <a:t>本文 3</a:t>
            </a:r>
            <a:endParaRPr lang="ja-JP" altLang="en-US"/>
          </a:p>
          <a:p>
            <a:pPr lvl="0"/>
            <a:r>
              <a:rPr lang="ja-JP" altLang="en-US" smtClean="0"/>
              <a:t>結論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クリックしてマスター テキストのスタイルを編集</a:t>
            </a:r>
          </a:p>
          <a:p>
            <a:pPr lvl="1"/>
            <a:r>
              <a:rPr lang="ja-JP" altLang="en-US" smtClean="0"/>
              <a:t>第 2 レベル</a:t>
            </a:r>
          </a:p>
          <a:p>
            <a:pPr lvl="2"/>
            <a:r>
              <a:rPr lang="ja-JP" altLang="en-US" smtClean="0"/>
              <a:t>第 3 レベル</a:t>
            </a:r>
          </a:p>
          <a:p>
            <a:pPr lvl="3"/>
            <a:r>
              <a:rPr lang="ja-JP" altLang="en-US" smtClean="0"/>
              <a:t>第 4 レベル</a:t>
            </a:r>
          </a:p>
          <a:p>
            <a:pPr lvl="4"/>
            <a:r>
              <a:rPr lang="ja-JP" altLang="en-US" smtClean="0"/>
              <a:t>第 5 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クリックしてマスター タイトルのスタイルを編集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 smtClean="0"/>
              <a:t>クリックしてマスター テキストのスタイルを編集</a:t>
            </a:r>
          </a:p>
          <a:p>
            <a:pPr lvl="1"/>
            <a:r>
              <a:rPr lang="ja-JP" altLang="en-US" dirty="0" smtClean="0"/>
              <a:t>第 2 レベル</a:t>
            </a:r>
          </a:p>
          <a:p>
            <a:pPr lvl="2"/>
            <a:r>
              <a:rPr lang="ja-JP" altLang="en-US" dirty="0" smtClean="0"/>
              <a:t>第 3 レベル</a:t>
            </a:r>
          </a:p>
          <a:p>
            <a:pPr lvl="3"/>
            <a:r>
              <a:rPr lang="ja-JP" altLang="en-US" dirty="0" smtClean="0"/>
              <a:t>第 4 レベル</a:t>
            </a:r>
          </a:p>
          <a:p>
            <a:pPr lvl="4"/>
            <a:r>
              <a:rPr lang="ja-JP" altLang="en-US" dirty="0" smtClean="0"/>
              <a:t>第 5 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ja-JP" altLang="en-US" smtClean="0"/>
              <a:pPr/>
              <a:t>2009-12-07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github.com/speps/XInputDotNet.git" TargetMode="External"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github.com/speps/XInputDotNet.git" TargetMode="External" /><Relationship Id="rId3" Type="http://schemas.openxmlformats.org/officeDocument/2006/relationships/hyperlink" Target="https://www.urablog.xyz/entry/2016/07/18/203910" TargetMode="External"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github.com/speps/XInputDotNet" TargetMode="External"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ja-JP" altLang="en-US"/>
              <a:t>Unityでゲームパッドの振動を使ってみよう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7373495" y="5971794"/>
            <a:ext cx="4555234" cy="625601"/>
          </a:xfrm>
        </p:spPr>
        <p:txBody>
          <a:bodyPr/>
          <a:lstStyle/>
          <a:p>
            <a:pPr algn="r">
              <a:defRPr/>
            </a:pPr>
            <a:r>
              <a:rPr lang="ja-JP" altLang="en-US"/>
              <a:t>２０２１年3月22日現在</a:t>
            </a:r>
            <a:endParaRPr lang="ja-JP" altLang="en-US"/>
          </a:p>
        </p:txBody>
      </p:sp>
      <p:sp>
        <p:nvSpPr>
          <p:cNvPr id="4" name=""/>
          <p:cNvSpPr txBox="1"/>
          <p:nvPr/>
        </p:nvSpPr>
        <p:spPr>
          <a:xfrm>
            <a:off x="2063495" y="4221099"/>
            <a:ext cx="8065009" cy="815721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ja-JP" altLang="en-US" sz="2400"/>
              <a:t>～とある友人に向けたものなのでとても雑だよ。ゴメンね!!～</a:t>
            </a:r>
            <a:endParaRPr lang="ja-JP" altLang="en-US" sz="2400"/>
          </a:p>
          <a:p>
            <a:pPr algn="ctr">
              <a:defRPr/>
            </a:pPr>
            <a:r>
              <a:rPr lang="ja-JP" altLang="en-US" sz="2400"/>
              <a:t>（作品はなるべく綺麗に丁寧に行ったつもり）</a:t>
            </a:r>
            <a:endParaRPr lang="ja-JP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marL="628320" indent="-628320" algn="l">
              <a:buFont typeface="Arial"/>
              <a:buNone/>
              <a:tabLst>
                <a:tab pos="1980247" algn="l"/>
              </a:tabLst>
              <a:defRPr/>
            </a:pPr>
            <a:r>
              <a:rPr lang="ja-JP" altLang="en-US"/>
              <a:t>はじめに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19251" y="1417638"/>
            <a:ext cx="12072748" cy="544036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ja-JP" altLang="en-US"/>
              <a:t>今回の制作物はゲームパッドの振動を</a:t>
            </a:r>
            <a:r>
              <a:rPr lang="ja-JP" altLang="en-US" b="1">
                <a:solidFill>
                  <a:srgbClr val="ff0000"/>
                </a:solidFill>
              </a:rPr>
              <a:t>手軽に扱いたい</a:t>
            </a:r>
            <a:r>
              <a:rPr lang="ja-JP" altLang="en-US"/>
              <a:t>という</a:t>
            </a:r>
            <a:br>
              <a:rPr lang="ja-JP" altLang="en-US"/>
            </a:br>
            <a:r>
              <a:rPr lang="ja-JP" altLang="en-US"/>
              <a:t>コンセプトでやっています。</a:t>
            </a:r>
            <a:endParaRPr lang="ja-JP" altLang="en-US"/>
          </a:p>
          <a:p>
            <a:pPr>
              <a:defRPr/>
            </a:pPr>
            <a:r>
              <a:rPr lang="ja-JP" altLang="en-US"/>
              <a:t>元は、</a:t>
            </a:r>
            <a:r>
              <a:rPr lang="en-US" altLang="en-US">
                <a:hlinkClick r:id="rId2"/>
              </a:rPr>
              <a:t>https://github.com/speps/XInputDotNet.git</a:t>
            </a:r>
            <a:r>
              <a:rPr lang="ja-JP" altLang="en-US"/>
              <a:t>　</a:t>
            </a:r>
            <a:br>
              <a:rPr lang="ja-JP" altLang="en-US"/>
            </a:br>
            <a:r>
              <a:rPr lang="ja-JP" altLang="en-US"/>
              <a:t>にあったものです。</a:t>
            </a:r>
            <a:endParaRPr lang="ja-JP" altLang="en-US"/>
          </a:p>
          <a:p>
            <a:pPr>
              <a:defRPr/>
            </a:pPr>
            <a:r>
              <a:rPr lang="ja-JP" altLang="en-US"/>
              <a:t>オリジナルで作ったものは↑を使いやすく管理するもの</a:t>
            </a:r>
            <a:br>
              <a:rPr lang="ja-JP" altLang="en-US"/>
            </a:br>
            <a:r>
              <a:rPr lang="ja-JP" altLang="en-US"/>
              <a:t>となっております。</a:t>
            </a:r>
            <a:endParaRPr lang="ja-JP" altLang="en-US"/>
          </a:p>
          <a:p>
            <a:pPr>
              <a:defRPr/>
            </a:pPr>
            <a:r>
              <a:rPr lang="ja-JP" altLang="en-US">
                <a:solidFill>
                  <a:srgbClr val="ff0000"/>
                </a:solidFill>
              </a:rPr>
              <a:t>XBoxコントローラーもしくはそれに対応するもの</a:t>
            </a:r>
            <a:r>
              <a:rPr lang="ja-JP" altLang="en-US"/>
              <a:t>でしか</a:t>
            </a:r>
            <a:br>
              <a:rPr lang="ja-JP" altLang="en-US"/>
            </a:br>
            <a:r>
              <a:rPr lang="ja-JP" altLang="en-US"/>
              <a:t>動作は保証しません（</a:t>
            </a:r>
            <a:r>
              <a:rPr lang="ja-JP" altLang="en-US">
                <a:solidFill>
                  <a:schemeClr val="accent1">
                    <a:lumMod val="70000"/>
                  </a:schemeClr>
                </a:solidFill>
              </a:rPr>
              <a:t>PS4コントローラーでも使う</a:t>
            </a:r>
            <a:br>
              <a:rPr lang="ja-JP" altLang="en-US">
                <a:solidFill>
                  <a:schemeClr val="accent1">
                    <a:lumMod val="70000"/>
                  </a:schemeClr>
                </a:solidFill>
              </a:rPr>
            </a:br>
            <a:r>
              <a:rPr lang="ja-JP" altLang="en-US">
                <a:solidFill>
                  <a:schemeClr val="accent1">
                    <a:lumMod val="70000"/>
                  </a:schemeClr>
                </a:solidFill>
              </a:rPr>
              <a:t>方法はあるらしい次のスライドに記載</a:t>
            </a:r>
            <a:r>
              <a:rPr lang="ja-JP" altLang="en-US"/>
              <a:t>）</a:t>
            </a:r>
            <a:endParaRPr lang="ja-JP" altLang="en-US"/>
          </a:p>
          <a:p>
            <a:pPr>
              <a:defRPr/>
            </a:pPr>
            <a:r>
              <a:rPr lang="ja-JP" altLang="en-US"/>
              <a:t>自分で改造してみましょう（勉強になるし）</a:t>
            </a:r>
            <a:endParaRPr lang="ja-JP" altLang="en-US"/>
          </a:p>
          <a:p>
            <a:pPr>
              <a:defRPr/>
            </a:pPr>
            <a:r>
              <a:rPr lang="ja-JP" altLang="en-US">
                <a:solidFill>
                  <a:srgbClr val="ff0000"/>
                </a:solidFill>
              </a:rPr>
              <a:t>今回のツールを使って損害が起きた場合製作者は責任をかぶりません</a:t>
            </a:r>
            <a:endParaRPr lang="ja-JP" altLang="en-US"/>
          </a:p>
          <a:p>
            <a:pPr>
              <a:buNone/>
              <a:defRPr/>
            </a:pPr>
            <a:r>
              <a:rPr lang="ja-JP" altLang="en-US"/>
              <a:t>（お決まりの言葉（ある程度は聞いてもらえたら答える）、</a:t>
            </a:r>
            <a:br>
              <a:rPr lang="ja-JP" altLang="en-US"/>
            </a:br>
            <a:r>
              <a:rPr lang="ja-JP" altLang="en-US">
                <a:solidFill>
                  <a:srgbClr val="ff0000"/>
                </a:solidFill>
              </a:rPr>
              <a:t>バックアップとってからやれよな!!</a:t>
            </a:r>
            <a:r>
              <a:rPr lang="ja-JP" altLang="en-US"/>
              <a:t>）</a:t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l">
              <a:defRPr/>
            </a:pPr>
            <a:r>
              <a:rPr lang="ja-JP" altLang="en-US"/>
              <a:t>使用したものや参考にしたもの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ja-JP" altLang="en-US"/>
              <a:t>使用したもの</a:t>
            </a:r>
            <a:br>
              <a:rPr lang="ja-JP" altLang="en-US"/>
            </a:br>
            <a:r>
              <a:rPr lang="en-US" altLang="en-US">
                <a:hlinkClick r:id="rId2"/>
              </a:rPr>
              <a:t>https://github.com/speps/XInputDotNet.git</a:t>
            </a:r>
            <a:r>
              <a:rPr lang="ja-JP" altLang="en-US"/>
              <a:t>　</a:t>
            </a:r>
            <a:br>
              <a:rPr lang="ja-JP" altLang="en-US"/>
            </a:br>
            <a:endParaRPr lang="ja-JP" altLang="en-US"/>
          </a:p>
          <a:p>
            <a:pPr>
              <a:defRPr/>
            </a:pPr>
            <a:endParaRPr lang="ja-JP" altLang="en-US"/>
          </a:p>
          <a:p>
            <a:pPr>
              <a:defRPr/>
            </a:pPr>
            <a:r>
              <a:rPr lang="ja-JP" altLang="en-US"/>
              <a:t>参考にしたもの</a:t>
            </a:r>
            <a:br>
              <a:rPr lang="ja-JP" altLang="en-US"/>
            </a:br>
            <a:r>
              <a:rPr lang="en-US" altLang="en-US">
                <a:hlinkClick r:id="rId3"/>
              </a:rPr>
              <a:t>https://www.urablog.xyz/entry/2016/07/18/203910</a:t>
            </a:r>
            <a:br>
              <a:rPr lang="ja-JP" altLang="en-US"/>
            </a:br>
            <a:r>
              <a:rPr lang="ja-JP" altLang="en-US"/>
              <a:t>これの最後のほうにPS4コントローラーでも使えるようにする</a:t>
            </a:r>
            <a:br>
              <a:rPr lang="ja-JP" altLang="en-US"/>
            </a:br>
            <a:r>
              <a:rPr lang="ja-JP" altLang="en-US"/>
              <a:t>方法も書いてある（やったことないのでやる場合は自己責任）</a:t>
            </a:r>
            <a:br>
              <a:rPr lang="ja-JP" altLang="en-US"/>
            </a:br>
            <a:r>
              <a:rPr lang="ja-JP" altLang="en-US"/>
              <a:t>最初に軽く読んでおくことをお勧めします。</a:t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642173"/>
          </a:xfrm>
        </p:spPr>
        <p:txBody>
          <a:bodyPr>
            <a:noAutofit/>
          </a:bodyPr>
          <a:lstStyle/>
          <a:p>
            <a:pPr algn="l">
              <a:defRPr/>
            </a:pPr>
            <a:r>
              <a:rPr lang="ja-JP" altLang="en-US" sz="3500"/>
              <a:t>C</a:t>
            </a:r>
            <a:r>
              <a:rPr lang="en-US" altLang="ja-JP" sz="3500"/>
              <a:t>#</a:t>
            </a:r>
            <a:r>
              <a:rPr lang="ja-JP" altLang="en-US" sz="3500"/>
              <a:t>で今回知っておいた方がいいこと</a:t>
            </a:r>
            <a:endParaRPr lang="ja-JP" altLang="en-US" sz="3500"/>
          </a:p>
          <a:p>
            <a:pPr algn="l">
              <a:defRPr/>
            </a:pPr>
            <a:r>
              <a:rPr lang="ja-JP" altLang="en-US" sz="3500"/>
              <a:t>（知らなくても問題ないですが</a:t>
            </a:r>
            <a:endParaRPr lang="ja-JP" altLang="en-US" sz="3500"/>
          </a:p>
          <a:p>
            <a:pPr algn="l">
              <a:defRPr/>
            </a:pPr>
            <a:r>
              <a:rPr lang="ja-JP" altLang="en-US" sz="3500"/>
              <a:t>知っておくと使いやすくなります）</a:t>
            </a:r>
            <a:endParaRPr lang="ja-JP" altLang="en-US" sz="350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07289" y="2060829"/>
            <a:ext cx="11377423" cy="4608576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ja-JP" altLang="en-US">
                <a:solidFill>
                  <a:srgbClr val="ff0000"/>
                </a:solidFill>
              </a:rPr>
              <a:t>値型と参照型</a:t>
            </a:r>
            <a:r>
              <a:rPr lang="en-US" altLang="ja-JP"/>
              <a:t>(</a:t>
            </a:r>
            <a:r>
              <a:rPr lang="ja-JP" altLang="en-US"/>
              <a:t>stract とclassの違い</a:t>
            </a:r>
            <a:r>
              <a:rPr lang="en-US" altLang="ja-JP"/>
              <a:t>)</a:t>
            </a:r>
            <a:endParaRPr lang="en-US" altLang="ja-JP"/>
          </a:p>
          <a:p>
            <a:pPr>
              <a:defRPr/>
            </a:pPr>
            <a:r>
              <a:rPr lang="ja-JP" altLang="en-US"/>
              <a:t>参照渡し</a:t>
            </a:r>
            <a:r>
              <a:rPr lang="en-US" altLang="ja-JP"/>
              <a:t>(</a:t>
            </a:r>
            <a:r>
              <a:rPr lang="ja-JP" altLang="en-US"/>
              <a:t>ref、in、outなど</a:t>
            </a:r>
            <a:r>
              <a:rPr lang="en-US" altLang="ja-JP"/>
              <a:t>)</a:t>
            </a:r>
            <a:endParaRPr lang="en-US" altLang="ja-JP"/>
          </a:p>
          <a:p>
            <a:pPr>
              <a:defRPr/>
            </a:pPr>
            <a:r>
              <a:rPr lang="ja-JP" altLang="en-US">
                <a:solidFill>
                  <a:srgbClr val="ff0000"/>
                </a:solidFill>
              </a:rPr>
              <a:t>カプセル化</a:t>
            </a:r>
            <a:r>
              <a:rPr lang="ja-JP" altLang="en-US"/>
              <a:t>（メンバ変数に直接アクセスさせない。</a:t>
            </a:r>
            <a:br>
              <a:rPr lang="ja-JP" altLang="en-US"/>
            </a:br>
            <a:r>
              <a:rPr lang="ja-JP" altLang="en-US"/>
              <a:t>プロパティ、メソッド、値は範囲内にしてもらっていいですか？）</a:t>
            </a:r>
            <a:endParaRPr lang="ja-JP" altLang="en-US"/>
          </a:p>
          <a:p>
            <a:pPr>
              <a:defRPr/>
            </a:pPr>
            <a:r>
              <a:rPr lang="ja-JP" altLang="en-US"/>
              <a:t>コンストラクタ＆readonly（値は最初に決めてくれ、変えるな!!）</a:t>
            </a:r>
            <a:endParaRPr lang="ja-JP" altLang="en-US"/>
          </a:p>
          <a:p>
            <a:pPr>
              <a:defRPr/>
            </a:pPr>
            <a:r>
              <a:rPr lang="ja-JP" altLang="en-US"/>
              <a:t>namespace</a:t>
            </a:r>
            <a:r>
              <a:rPr lang="en-US" altLang="ja-JP"/>
              <a:t>(</a:t>
            </a:r>
            <a:r>
              <a:rPr lang="ja-JP" altLang="en-US"/>
              <a:t>名前空間を使いこなして衝突を防ごう</a:t>
            </a:r>
            <a:r>
              <a:rPr lang="en-US" altLang="ja-JP"/>
              <a:t>)</a:t>
            </a:r>
            <a:endParaRPr lang="en-US" altLang="ja-JP"/>
          </a:p>
          <a:p>
            <a:pPr>
              <a:defRPr/>
            </a:pPr>
            <a:r>
              <a:rPr lang="en-US" altLang="ja-JP"/>
              <a:t>ドキュメント コメント(&lt;summary&gt;,&lt;returns&gt; </a:t>
            </a:r>
            <a:r>
              <a:rPr lang="ja-JP" altLang="en-US"/>
              <a:t>など、</a:t>
            </a:r>
            <a:br>
              <a:rPr lang="ja-JP" altLang="en-US"/>
            </a:br>
            <a:r>
              <a:rPr lang="ja-JP" altLang="en-US"/>
              <a:t>自分にもほかのプログラマーにも分かりやすいものにしよう。</a:t>
            </a:r>
            <a:br>
              <a:rPr lang="ja-JP" altLang="en-US"/>
            </a:br>
            <a:r>
              <a:rPr lang="ja-JP" altLang="en-US"/>
              <a:t>メソッド名だけじゃ分からん</a:t>
            </a:r>
            <a:r>
              <a:rPr lang="en-US" altLang="ja-JP"/>
              <a:t>)</a:t>
            </a:r>
            <a:endParaRPr lang="en-US" altLang="ja-JP"/>
          </a:p>
          <a:p>
            <a:pPr>
              <a:defRPr/>
            </a:pPr>
            <a:r>
              <a:rPr lang="ja-JP" altLang="en-US"/>
              <a:t>便利なC#公式class</a:t>
            </a:r>
            <a:r>
              <a:rPr lang="en-US" altLang="ja-JP"/>
              <a:t>(</a:t>
            </a:r>
            <a:r>
              <a:rPr lang="ja-JP" altLang="en-US"/>
              <a:t>List</a:t>
            </a:r>
            <a:r>
              <a:rPr lang="en-US" altLang="ja-JP"/>
              <a:t>,Dictionary)</a:t>
            </a:r>
            <a:endParaRPr lang="en-US" altLang="ja-JP"/>
          </a:p>
          <a:p>
            <a:pPr>
              <a:defRPr/>
            </a:pPr>
            <a:r>
              <a:rPr lang="ja-JP" altLang="en-US">
                <a:solidFill>
                  <a:srgbClr val="ff0000"/>
                </a:solidFill>
              </a:rPr>
              <a:t>コーディング規約</a:t>
            </a:r>
            <a:r>
              <a:rPr lang="ja-JP" altLang="en-US">
                <a:solidFill>
                  <a:schemeClr val="tx1"/>
                </a:solidFill>
              </a:rPr>
              <a:t>（綺麗なコードを書けるようになろう）</a:t>
            </a:r>
            <a:endParaRPr lang="ja-JP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l">
              <a:defRPr/>
            </a:pPr>
            <a:r>
              <a:rPr lang="ja-JP" altLang="en-US"/>
              <a:t>Unityで知っておいた方がいいこと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07289" y="1600200"/>
            <a:ext cx="11521441" cy="4525963"/>
          </a:xfrm>
        </p:spPr>
        <p:txBody>
          <a:bodyPr/>
          <a:lstStyle/>
          <a:p>
            <a:pPr>
              <a:defRPr/>
            </a:pPr>
            <a:r>
              <a:rPr lang="en-US" altLang="en-US"/>
              <a:t>ScriptableObject</a:t>
            </a:r>
            <a:r>
              <a:rPr lang="ja-JP" altLang="en-US"/>
              <a:t>（メモリの節約＆管理が楽）</a:t>
            </a:r>
            <a:endParaRPr lang="ja-JP" altLang="en-US"/>
          </a:p>
          <a:p>
            <a:pPr>
              <a:defRPr/>
            </a:pPr>
            <a:r>
              <a:rPr lang="ja-JP" altLang="en-US"/>
              <a:t>Untiyの属性（ただ、publicにするのとでは大違い適切な属性を）</a:t>
            </a:r>
            <a:endParaRPr lang="ja-JP" altLang="en-US"/>
          </a:p>
          <a:p>
            <a:pPr>
              <a:defRPr/>
            </a:pPr>
            <a:r>
              <a:rPr lang="ja-JP" altLang="en-US"/>
              <a:t>InputSystem（いろいろ便利よ、慣れるまでは大変だけど）</a:t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l">
              <a:defRPr/>
            </a:pPr>
            <a:r>
              <a:rPr lang="ja-JP" altLang="en-US"/>
              <a:t>準備編（目次）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599" y="1417638"/>
            <a:ext cx="10972798" cy="5251767"/>
          </a:xfrm>
        </p:spPr>
        <p:txBody>
          <a:bodyPr>
            <a:normAutofit fontScale="92500" lnSpcReduction="10000"/>
          </a:bodyPr>
          <a:lstStyle/>
          <a:p>
            <a:pPr marL="592000" indent="-592000">
              <a:buAutoNum type="arabicPeriod"/>
              <a:defRPr/>
            </a:pPr>
            <a:r>
              <a:rPr lang="ja-JP" altLang="en-US"/>
              <a:t>必要なものをダウンロードする</a:t>
            </a:r>
            <a:br>
              <a:rPr lang="ja-JP" altLang="en-US"/>
            </a:br>
            <a:r>
              <a:rPr lang="ja-JP" altLang="en-US"/>
              <a:t>XInputDotNet　←　少し複雑なので説明を見ることを推奨</a:t>
            </a:r>
            <a:br>
              <a:rPr lang="ja-JP" altLang="en-US"/>
            </a:br>
            <a:r>
              <a:rPr lang="ja-JP" altLang="en-US"/>
              <a:t>制作物←改造したら名前が変わるのでこの表記</a:t>
            </a:r>
            <a:endParaRPr lang="ja-JP" altLang="en-US"/>
          </a:p>
          <a:p>
            <a:pPr marL="592000" indent="-592000">
              <a:buAutoNum type="arabicPeriod"/>
              <a:defRPr/>
            </a:pPr>
            <a:endParaRPr lang="ja-JP" altLang="en-US"/>
          </a:p>
          <a:p>
            <a:pPr marL="592000" indent="-592000">
              <a:buAutoNum type="arabicPeriod"/>
              <a:defRPr/>
            </a:pPr>
            <a:r>
              <a:rPr lang="ja-JP" altLang="en-US"/>
              <a:t>UnityProjectを作る</a:t>
            </a:r>
            <a:br>
              <a:rPr lang="ja-JP" altLang="en-US"/>
            </a:br>
            <a:r>
              <a:rPr lang="ja-JP" altLang="en-US"/>
              <a:t>（どのバージョンでも動くと思うけど主は</a:t>
            </a:r>
            <a:r>
              <a:rPr lang="en-US" altLang="ja-JP"/>
              <a:t>2020.3.0</a:t>
            </a:r>
            <a:r>
              <a:rPr lang="ja-JP" altLang="en-US"/>
              <a:t>f</a:t>
            </a:r>
            <a:r>
              <a:rPr lang="en-US" altLang="ja-JP"/>
              <a:t>1</a:t>
            </a:r>
            <a:r>
              <a:rPr lang="ja-JP" altLang="en-US"/>
              <a:t>を使用）</a:t>
            </a:r>
            <a:br>
              <a:rPr lang="ja-JP" altLang="en-US"/>
            </a:br>
            <a:r>
              <a:rPr lang="ja-JP" altLang="en-US"/>
              <a:t>テストは３Dでやるよ</a:t>
            </a:r>
            <a:endParaRPr lang="ja-JP" altLang="en-US"/>
          </a:p>
          <a:p>
            <a:pPr marL="592000" indent="-592000">
              <a:buAutoNum type="arabicPeriod"/>
              <a:defRPr/>
            </a:pPr>
            <a:endParaRPr lang="ja-JP" altLang="en-US"/>
          </a:p>
          <a:p>
            <a:pPr marL="592000" indent="-592000">
              <a:buAutoNum type="arabicPeriod"/>
              <a:defRPr/>
            </a:pPr>
            <a:r>
              <a:rPr lang="ja-JP" altLang="en-US"/>
              <a:t>いろいろパッケージを入れる</a:t>
            </a:r>
            <a:endParaRPr lang="ja-JP" altLang="en-US"/>
          </a:p>
          <a:p>
            <a:pPr marL="592000" indent="-592000">
              <a:buAutoNum type="arabicPeriod"/>
              <a:defRPr/>
            </a:pPr>
            <a:endParaRPr lang="ja-JP" altLang="en-US"/>
          </a:p>
          <a:p>
            <a:pPr marL="592000" indent="-592000">
              <a:buAutoNum type="arabicPeriod"/>
              <a:defRPr/>
            </a:pPr>
            <a:r>
              <a:rPr lang="ja-JP" altLang="en-US"/>
              <a:t>プロジェクトにダウンロードしたものを適用</a:t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>
          <a:xfrm>
            <a:off x="609601" y="53720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ja-JP" altLang="en-US"/>
              <a:t>準備1　ダウンロードする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63270" y="1196721"/>
            <a:ext cx="11928730" cy="2880360"/>
          </a:xfrm>
        </p:spPr>
        <p:txBody>
          <a:bodyPr/>
          <a:lstStyle/>
          <a:p>
            <a:pPr marL="592000" indent="-592000">
              <a:buAutoNum type="arabicPeriod"/>
              <a:defRPr/>
            </a:pPr>
            <a:r>
              <a:rPr lang="en-US" altLang="en-US">
                <a:hlinkClick r:id="rId2"/>
              </a:rPr>
              <a:t>https://github.com/speps/XInputDotNet</a:t>
            </a:r>
            <a:r>
              <a:rPr lang="ja-JP" altLang="en-US"/>
              <a:t>を検索する</a:t>
            </a:r>
            <a:endParaRPr lang="ja-JP" altLang="en-US"/>
          </a:p>
          <a:p>
            <a:pPr marL="592000" indent="-592000">
              <a:buAutoNum type="arabicPeriod"/>
              <a:defRPr/>
            </a:pPr>
            <a:r>
              <a:rPr lang="ja-JP" altLang="en-US"/>
              <a:t>下にある「Using with Unity 」の項目まで下がる</a:t>
            </a:r>
            <a:br>
              <a:rPr lang="ja-JP" altLang="en-US"/>
            </a:br>
            <a:r>
              <a:rPr lang="ja-JP" altLang="en-US"/>
              <a:t>（日本語翻訳だと「Unityでの使用」）</a:t>
            </a:r>
            <a:endParaRPr lang="ja-JP" altLang="en-US"/>
          </a:p>
          <a:p>
            <a:pPr marL="592000" indent="-592000">
              <a:buAutoNum type="arabicPeriod"/>
              <a:defRPr/>
            </a:pPr>
            <a:r>
              <a:rPr lang="ja-JP" altLang="en-US"/>
              <a:t>青くなっているところ「releases tab」日本語版「します」をクリック</a:t>
            </a:r>
            <a:endParaRPr lang="ja-JP" altLang="en-US"/>
          </a:p>
          <a:p>
            <a:pPr marL="592000" indent="-592000">
              <a:buAutoNum type="arabicPeriod"/>
              <a:defRPr/>
            </a:pPr>
            <a:endParaRPr lang="ja-JP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07289" y="3429000"/>
            <a:ext cx="4896189" cy="3429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303479" y="3429000"/>
            <a:ext cx="4582633" cy="3428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l">
              <a:defRPr/>
            </a:pPr>
            <a:r>
              <a:rPr lang="ja-JP" altLang="en-US"/>
              <a:t>準備1　ダウンロードする２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-168785" y="1600200"/>
            <a:ext cx="12360784" cy="4525963"/>
          </a:xfrm>
        </p:spPr>
        <p:txBody>
          <a:bodyPr/>
          <a:lstStyle/>
          <a:p>
            <a:pPr marL="1184000" indent="-592000">
              <a:buClr>
                <a:srgbClr val="000000"/>
              </a:buClr>
              <a:buAutoNum type="arabicPeriod" startAt="4"/>
              <a:defRPr/>
            </a:pPr>
            <a:r>
              <a:rPr lang="ja-JP" altLang="en-US"/>
              <a:t>いちばん最新のパッケージをダウンロードする</a:t>
            </a:r>
            <a:br>
              <a:rPr lang="ja-JP" altLang="en-US"/>
            </a:br>
            <a:r>
              <a:rPr lang="ja-JP" altLang="en-US"/>
              <a:t>（現在は「XInputDotNet-v2017.04-2.unityPackage」）</a:t>
            </a:r>
            <a:br>
              <a:rPr lang="ja-JP" altLang="en-US"/>
            </a:br>
            <a:r>
              <a:rPr lang="ja-JP" altLang="en-US"/>
              <a:t>となっている。</a:t>
            </a:r>
            <a:br>
              <a:rPr lang="ja-JP" altLang="en-US"/>
            </a:br>
            <a:r>
              <a:rPr lang="ja-JP" altLang="en-US"/>
              <a:t>（下図のXInputDotNet-v2017.04-2.unityPackageと</a:t>
            </a:r>
            <a:br>
              <a:rPr lang="ja-JP" altLang="en-US"/>
            </a:br>
            <a:r>
              <a:rPr lang="ja-JP" altLang="en-US"/>
              <a:t>書かれているところをクリックすると自動でダウンロードされます）</a:t>
            </a:r>
            <a:endParaRPr lang="ja-JP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49232" y="4361616"/>
            <a:ext cx="6697894" cy="23077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l">
              <a:defRPr/>
            </a:pPr>
            <a:r>
              <a:rPr lang="ja-JP" altLang="en-US"/>
              <a:t>準備1　ダウンロードする３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2000" indent="-592000">
              <a:buClr>
                <a:srgbClr val="000000"/>
              </a:buClr>
              <a:buAutoNum type="arabicPeriod" startAt="5"/>
              <a:defRPr/>
            </a:pPr>
            <a:r>
              <a:rPr lang="ja-JP" altLang="en-US"/>
              <a:t>この説明書と同じフォルダーにあるであろうパッケージを</a:t>
            </a:r>
            <a:br>
              <a:rPr lang="ja-JP" altLang="en-US"/>
            </a:br>
            <a:r>
              <a:rPr lang="ja-JP" altLang="en-US"/>
              <a:t>ダウンロードする。</a:t>
            </a:r>
            <a:br>
              <a:rPr lang="ja-JP" altLang="en-US"/>
            </a:br>
            <a:r>
              <a:rPr lang="ja-JP" altLang="en-US"/>
              <a:t>（今は「</a:t>
            </a:r>
            <a:r>
              <a:rPr lang="en-US" altLang="en-US"/>
              <a:t>Vibration_LayerPack_2020.3_ScriptOnlyVer2.</a:t>
            </a:r>
            <a:br>
              <a:rPr lang="ja-JP" altLang="en-US"/>
            </a:br>
            <a:r>
              <a:rPr lang="en-US" altLang="en-US"/>
              <a:t>unitypackage</a:t>
            </a:r>
            <a:r>
              <a:rPr lang="ja-JP" altLang="en-US"/>
              <a:t>」という名前）</a:t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>
          <a:xfrm>
            <a:off x="0" y="274638"/>
            <a:ext cx="12192000" cy="1143000"/>
          </a:xfrm>
        </p:spPr>
        <p:txBody>
          <a:bodyPr>
            <a:normAutofit fontScale="90000"/>
          </a:bodyPr>
          <a:lstStyle/>
          <a:p>
            <a:pPr marL="0" indent="0" algn="l">
              <a:buNone/>
              <a:defRPr/>
            </a:pPr>
            <a:r>
              <a:rPr lang="ja-JP" altLang="en-US"/>
              <a:t>準備２　UnityProjectをつくる（文字だけでもいいよな？）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2000" indent="-592000">
              <a:buAutoNum type="arabicPeriod"/>
              <a:defRPr/>
            </a:pPr>
            <a:r>
              <a:rPr lang="ja-JP" altLang="en-US"/>
              <a:t>３Dでプロジェクトを作成（主は</a:t>
            </a:r>
            <a:r>
              <a:rPr lang="en-US" altLang="ja-JP"/>
              <a:t>2020.3.0</a:t>
            </a:r>
            <a:r>
              <a:rPr lang="ja-JP" altLang="en-US"/>
              <a:t>f</a:t>
            </a:r>
            <a:r>
              <a:rPr lang="en-US" altLang="ja-JP"/>
              <a:t>1</a:t>
            </a:r>
            <a:r>
              <a:rPr lang="ja-JP" altLang="en-US"/>
              <a:t>を使用）</a:t>
            </a:r>
            <a:br>
              <a:rPr lang="ja-JP" altLang="en-US"/>
            </a:br>
            <a:endParaRPr lang="ja-JP" altLang="en-US"/>
          </a:p>
          <a:p>
            <a:pPr marL="592000" indent="-592000" algn="r">
              <a:buNone/>
              <a:defRPr/>
            </a:pPr>
            <a:br>
              <a:rPr lang="ja-JP" altLang="en-US"/>
            </a:br>
            <a:br>
              <a:rPr lang="ja-JP" altLang="en-US"/>
            </a:br>
            <a:br>
              <a:rPr lang="ja-JP" altLang="en-US"/>
            </a:br>
            <a:br>
              <a:rPr lang="ja-JP" altLang="en-US"/>
            </a:br>
            <a:br>
              <a:rPr lang="ja-JP" altLang="en-US"/>
            </a:br>
            <a:br>
              <a:rPr lang="ja-JP" altLang="en-US"/>
            </a:br>
            <a:r>
              <a:rPr lang="ja-JP" altLang="en-US"/>
              <a:t>以上</a:t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>
            <a:normAutofit fontScale="90000"/>
          </a:bodyPr>
          <a:lstStyle/>
          <a:p>
            <a:pPr marL="0" indent="0" algn="l">
              <a:buNone/>
              <a:defRPr/>
            </a:pPr>
            <a:r>
              <a:rPr lang="ja-JP" altLang="en-US"/>
              <a:t>準備３　いろいろパッケージを入れる　　　</a:t>
            </a:r>
            <a:br>
              <a:rPr lang="ja-JP" altLang="en-US"/>
            </a:br>
            <a:r>
              <a:rPr lang="ja-JP" altLang="en-US"/>
              <a:t>　　　　　（いろいろ分かっている前提で書きます）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599" y="2276856"/>
            <a:ext cx="10972798" cy="3849307"/>
          </a:xfrm>
        </p:spPr>
        <p:txBody>
          <a:bodyPr>
            <a:normAutofit fontScale="92500" lnSpcReduction="10000"/>
          </a:bodyPr>
          <a:lstStyle/>
          <a:p>
            <a:pPr marL="592000" indent="-592000">
              <a:buAutoNum type="arabicPeriod"/>
              <a:defRPr/>
            </a:pPr>
            <a:r>
              <a:rPr lang="ja-JP" altLang="en-US"/>
              <a:t>InputSystemを入れる</a:t>
            </a:r>
            <a:endParaRPr lang="ja-JP" altLang="en-US"/>
          </a:p>
          <a:p>
            <a:pPr marL="592000" indent="-592000">
              <a:buAutoNum type="arabicPeriod"/>
              <a:defRPr/>
            </a:pPr>
            <a:endParaRPr lang="ja-JP" altLang="en-US"/>
          </a:p>
          <a:p>
            <a:pPr marL="592000" indent="-592000">
              <a:buAutoNum type="arabicPeriod"/>
              <a:defRPr/>
            </a:pPr>
            <a:r>
              <a:rPr lang="ja-JP" altLang="en-US"/>
              <a:t>ゲームパッドを使えるようにする</a:t>
            </a:r>
            <a:br>
              <a:rPr lang="ja-JP" altLang="en-US"/>
            </a:br>
            <a:endParaRPr lang="ja-JP" altLang="en-US"/>
          </a:p>
          <a:p>
            <a:pPr marL="592000" indent="-592000">
              <a:buNone/>
              <a:defRPr/>
            </a:pPr>
            <a:br>
              <a:rPr lang="ja-JP" altLang="en-US"/>
            </a:br>
            <a:br>
              <a:rPr lang="ja-JP" altLang="en-US"/>
            </a:br>
            <a:endParaRPr lang="ja-JP" altLang="en-US"/>
          </a:p>
          <a:p>
            <a:pPr marL="592000" indent="-592000" algn="r">
              <a:buNone/>
              <a:defRPr/>
            </a:pPr>
            <a:r>
              <a:rPr lang="ja-JP" altLang="en-US"/>
              <a:t>以上</a:t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>
            <a:normAutofit fontScale="90000"/>
          </a:bodyPr>
          <a:lstStyle/>
          <a:p>
            <a:pPr marL="592000" indent="-592000" algn="l">
              <a:buNone/>
              <a:defRPr/>
            </a:pPr>
            <a:r>
              <a:rPr lang="ja-JP" altLang="en-US"/>
              <a:t>準備４　プロジェクトにダウンロードしたものを適用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2000" indent="-592000">
              <a:buAutoNum type="arabicPeriod"/>
              <a:defRPr/>
            </a:pPr>
            <a:r>
              <a:rPr lang="ja-JP" altLang="en-US"/>
              <a:t>「準備１」でダウンロードした二つをプロジェクトに</a:t>
            </a:r>
            <a:br>
              <a:rPr lang="ja-JP" altLang="en-US"/>
            </a:br>
            <a:r>
              <a:rPr lang="ja-JP" altLang="en-US"/>
              <a:t>インポートする</a:t>
            </a:r>
            <a:endParaRPr lang="ja-JP" altLang="en-US"/>
          </a:p>
          <a:p>
            <a:pPr marL="592000" indent="-592000">
              <a:buNone/>
              <a:defRPr/>
            </a:pPr>
            <a:br>
              <a:rPr lang="ja-JP" altLang="en-US"/>
            </a:br>
            <a:endParaRPr lang="ja-JP" altLang="en-US"/>
          </a:p>
          <a:p>
            <a:pPr marL="592000" indent="-592000">
              <a:buNone/>
              <a:defRPr/>
            </a:pPr>
            <a:endParaRPr lang="ja-JP" altLang="en-US"/>
          </a:p>
          <a:p>
            <a:pPr marL="592000" indent="-592000">
              <a:buNone/>
              <a:defRPr/>
            </a:pPr>
            <a:endParaRPr lang="ja-JP" altLang="en-US"/>
          </a:p>
          <a:p>
            <a:pPr marL="592000" indent="-592000">
              <a:buNone/>
              <a:defRPr/>
            </a:pPr>
            <a:endParaRPr lang="ja-JP" altLang="en-US"/>
          </a:p>
          <a:p>
            <a:pPr marL="592000" indent="-592000">
              <a:buNone/>
              <a:defRPr/>
            </a:pPr>
            <a:r>
              <a:rPr lang="ja-JP" altLang="en-US"/>
              <a:t>　　　　　　　　　　　　　　　　　　　　　　　　　　　　　　　　　　　　以上</a:t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>
          <a:xfrm>
            <a:off x="335279" y="274638"/>
            <a:ext cx="11737468" cy="11430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ja-JP" altLang="en-US"/>
              <a:t>実用編　使ってみよう　（目次）　</a:t>
            </a:r>
            <a:br>
              <a:rPr lang="ja-JP" altLang="en-US"/>
            </a:br>
            <a:r>
              <a:rPr lang="ja-JP" altLang="en-US"/>
              <a:t>（ここまでのスライドがスムーズにいけたと想定します）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35280" y="1600200"/>
            <a:ext cx="11737468" cy="4925187"/>
          </a:xfrm>
        </p:spPr>
        <p:txBody>
          <a:bodyPr>
            <a:normAutofit fontScale="92500" lnSpcReduction="10000"/>
          </a:bodyPr>
          <a:lstStyle/>
          <a:p>
            <a:pPr marL="592000" indent="-592000">
              <a:buAutoNum type="arabicPeriod"/>
              <a:defRPr/>
            </a:pPr>
            <a:r>
              <a:rPr lang="ja-JP" altLang="en-US"/>
              <a:t>今回作りたいものを確認</a:t>
            </a:r>
            <a:endParaRPr lang="ja-JP" altLang="en-US"/>
          </a:p>
          <a:p>
            <a:pPr marL="592000" indent="-592000">
              <a:buAutoNum type="arabicPeriod"/>
              <a:defRPr/>
            </a:pPr>
            <a:endParaRPr lang="ja-JP" altLang="en-US"/>
          </a:p>
          <a:p>
            <a:pPr marL="592000" indent="-592000">
              <a:buAutoNum type="arabicPeriod"/>
              <a:defRPr/>
            </a:pPr>
            <a:r>
              <a:rPr lang="ja-JP" altLang="en-US"/>
              <a:t>ゲームを作る</a:t>
            </a:r>
            <a:endParaRPr lang="ja-JP" altLang="en-US"/>
          </a:p>
          <a:p>
            <a:pPr marL="592000" indent="-592000">
              <a:buAutoNum type="arabicPeriod"/>
              <a:defRPr/>
            </a:pPr>
            <a:endParaRPr lang="ja-JP" altLang="en-US"/>
          </a:p>
          <a:p>
            <a:pPr marL="592000" indent="-592000">
              <a:buAutoNum type="arabicPeriod"/>
              <a:defRPr/>
            </a:pPr>
            <a:r>
              <a:rPr lang="ja-JP" altLang="en-US"/>
              <a:t>作品の中身の動き方と仕様を説明　←　ここから振動を使います</a:t>
            </a:r>
            <a:endParaRPr lang="ja-JP" altLang="en-US"/>
          </a:p>
          <a:p>
            <a:pPr marL="592000" indent="-592000">
              <a:buAutoNum type="arabicPeriod"/>
              <a:defRPr/>
            </a:pPr>
            <a:endParaRPr lang="ja-JP" altLang="en-US"/>
          </a:p>
          <a:p>
            <a:pPr marL="592000" indent="-592000">
              <a:buAutoNum type="arabicPeriod"/>
              <a:defRPr/>
            </a:pPr>
            <a:r>
              <a:rPr lang="ja-JP" altLang="en-US"/>
              <a:t>振動を組み込んでみよう</a:t>
            </a:r>
            <a:endParaRPr lang="ja-JP" altLang="en-US"/>
          </a:p>
          <a:p>
            <a:pPr marL="592000" indent="-592000">
              <a:buAutoNum type="arabicPeriod"/>
              <a:defRPr/>
            </a:pPr>
            <a:endParaRPr lang="ja-JP" altLang="en-US"/>
          </a:p>
          <a:p>
            <a:pPr marL="592000" indent="-592000">
              <a:buAutoNum type="arabicPeriod"/>
              <a:defRPr/>
            </a:pPr>
            <a:r>
              <a:rPr lang="ja-JP" altLang="en-US"/>
              <a:t>現在見つかっている注意点と問題点</a:t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l">
              <a:defRPr/>
            </a:pPr>
            <a:r>
              <a:rPr lang="ja-JP" altLang="en-US"/>
              <a:t>実用編　１　作りたいものの確認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ja-JP" altLang="en-US"/>
              <a:t>今回はテストなのでとても簡単な物を作ります。</a:t>
            </a:r>
            <a:endParaRPr lang="ja-JP" altLang="en-US"/>
          </a:p>
          <a:p>
            <a:pPr>
              <a:defRPr/>
            </a:pPr>
            <a:endParaRPr lang="ja-JP" altLang="en-US"/>
          </a:p>
          <a:p>
            <a:pPr>
              <a:defRPr/>
            </a:pPr>
            <a:r>
              <a:rPr lang="ja-JP" altLang="en-US"/>
              <a:t>ゲーム内容</a:t>
            </a:r>
            <a:br>
              <a:rPr lang="ja-JP" altLang="en-US"/>
            </a:br>
            <a:r>
              <a:rPr lang="ja-JP" altLang="en-US"/>
              <a:t>　敵の弾をよけながら敵を倒すゲーム</a:t>
            </a:r>
            <a:br>
              <a:rPr lang="ja-JP" altLang="en-US"/>
            </a:br>
            <a:r>
              <a:rPr lang="ja-JP" altLang="en-US"/>
              <a:t>　敵も味方も「横に動く」、「弾を打つ」のみ</a:t>
            </a:r>
            <a:br>
              <a:rPr lang="ja-JP" altLang="en-US"/>
            </a:br>
            <a:r>
              <a:rPr lang="ja-JP" altLang="en-US"/>
              <a:t>　倒したらクリア、倒されたらゲームオーバーとする</a:t>
            </a:r>
            <a:endParaRPr lang="ja-JP" altLang="en-US"/>
          </a:p>
          <a:p>
            <a:pPr>
              <a:defRPr/>
            </a:pPr>
            <a:endParaRPr lang="ja-JP" altLang="en-US"/>
          </a:p>
          <a:p>
            <a:pPr>
              <a:defRPr/>
            </a:pPr>
            <a:r>
              <a:rPr lang="ja-JP" altLang="en-US"/>
              <a:t>ゲームフロー</a:t>
            </a:r>
            <a:br>
              <a:rPr lang="ja-JP" altLang="en-US"/>
            </a:br>
            <a:r>
              <a:rPr lang="ja-JP" altLang="en-US"/>
              <a:t>右図とする</a:t>
            </a:r>
            <a:endParaRPr lang="ja-JP" altLang="en-US"/>
          </a:p>
          <a:p>
            <a:pPr>
              <a:defRPr/>
            </a:pPr>
            <a:endParaRPr lang="ja-JP" altLang="en-US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626499" y="3863181"/>
            <a:ext cx="2302230" cy="28083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l">
              <a:defRPr/>
            </a:pPr>
            <a:r>
              <a:rPr lang="ja-JP" altLang="en-US"/>
              <a:t>実用編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ja-JP" altLang="en-US"/>
              <a:t/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l">
              <a:defRPr/>
            </a:pPr>
            <a:r>
              <a:rPr lang="ja-JP" altLang="en-US"/>
              <a:t>実用編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ja-JP" altLang="en-US"/>
              <a:t/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l">
              <a:defRPr/>
            </a:pPr>
            <a:r>
              <a:rPr lang="ja-JP" altLang="en-US"/>
              <a:t>実用編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ja-JP" altLang="en-US"/>
              <a:t/>
            </a:r>
            <a:endParaRPr lang="ja-JP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Thinkfree Office">
  <a:themeElements>
    <a:clrScheme name="Thinkfree Office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Thinkfree Office">
      <a:majorFont>
        <a:latin typeface="HCR Dotum"/>
        <a:ea typeface=""/>
        <a:cs typeface="Times New Roman"/>
        <a:font script="Jpan" typeface="ＭＳ Ｐゴシック"/>
        <a:font script="Hang" typeface="HCR Dotum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HCR Dotum"/>
        <a:ea typeface=""/>
        <a:cs typeface="Times New Roman"/>
        <a:font script="Jpan" typeface="ＭＳ Ｐゴシック"/>
        <a:font script="Hang" typeface="HCR Dotum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inkfre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39</ep:Words>
  <ep:PresentationFormat>画面に合わせる (4:3)</ep:PresentationFormat>
  <ep:Paragraphs>66</ep:Paragraphs>
  <ep:Slides>17</ep:Slides>
  <ep:Notes>0</ep:Notes>
  <ep:TotalTime>0</ep:TotalTime>
  <ep:HiddenSlides>0</ep:HiddenSlides>
  <ep:MMClips>0</ep:MMClips>
  <ep:HeadingPairs>
    <vt:vector size="4" baseType="variant">
      <vt:variant>
        <vt:lpstr>テーマ</vt:lpstr>
      </vt:variant>
      <vt:variant>
        <vt:i4>1</vt:i4>
      </vt:variant>
      <vt:variant>
        <vt:lpstr>スライドのタイトル</vt:lpstr>
      </vt:variant>
      <vt:variant>
        <vt:i4>17</vt:i4>
      </vt:variant>
    </vt:vector>
  </ep:HeadingPairs>
  <ep:TitlesOfParts>
    <vt:vector size="18" baseType="lpstr">
      <vt:lpstr>Thinkfree Office</vt:lpstr>
      <vt:lpstr>Unityでゲームパッドの振動を使ってみよう</vt:lpstr>
      <vt:lpstr>はじめに</vt:lpstr>
      <vt:lpstr>使用したものや参考にしたもの</vt:lpstr>
      <vt:lpstr>C#で今回知っておいた方がいいこと （知らなくても問題ないですが 知っておくと使いやすくなります）</vt:lpstr>
      <vt:lpstr>Unityで知っておいた方がいいこと</vt:lpstr>
      <vt:lpstr>準備編（目次）</vt:lpstr>
      <vt:lpstr>準備1 ダウンロードする</vt:lpstr>
      <vt:lpstr>準備1 ダウンロードする２</vt:lpstr>
      <vt:lpstr>準備1 ダウンロードする３</vt:lpstr>
      <vt:lpstr>準備２ UnityProjectをつくる（文字だけでもいいよな？）</vt:lpstr>
      <vt:lpstr>準備３ いろいろパッケージを入れる         （いろいろ分かっている前提で書きます）</vt:lpstr>
      <vt:lpstr>準備４ プロジェクトにダウンロードしたものを適用</vt:lpstr>
      <vt:lpstr>実用編 使ってみよう （目次）  （ここまでのスライドがスムーズにいけたと想定します）</vt:lpstr>
      <vt:lpstr>実用編 １ 作りたいものの確認</vt:lpstr>
      <vt:lpstr>実用編</vt:lpstr>
      <vt:lpstr>実用編</vt:lpstr>
      <vt:lpstr>実用編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2021-03-22T10:00:40.725</dcterms:created>
  <dc:creator>Owner</dc:creator>
  <cp:lastModifiedBy>Owner</cp:lastModifiedBy>
  <dcterms:modified xsi:type="dcterms:W3CDTF">2021-03-22T14:57:28.397</dcterms:modified>
  <cp:revision>48</cp:revision>
  <dc:title>Unityでゲームパッドの振動を使ってみよう</dc:title>
  <cp:version>0906.0100.01</cp:version>
</cp:coreProperties>
</file>